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slideMasters/slideMaster1.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5.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7.xml.rels" ContentType="application/vnd.openxmlformats-package.relationships+xml"/>
  <Override PartName="/ppt/slideMasters/_rels/slideMaster24.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slideMaster14.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Lst>
  <p:sldIdLst>
    <p:sldId id="256" r:id="rId27"/>
    <p:sldId id="257" r:id="rId28"/>
    <p:sldId id="258" r:id="rId29"/>
    <p:sldId id="259" r:id="rId30"/>
    <p:sldId id="260" r:id="rId31"/>
    <p:sldId id="261" r:id="rId32"/>
    <p:sldId id="262" r:id="rId33"/>
    <p:sldId id="263" r:id="rId34"/>
    <p:sldId id="264" r:id="rId35"/>
    <p:sldId id="265" r:id="rId36"/>
    <p:sldId id="266" r:id="rId37"/>
    <p:sldId id="267" r:id="rId3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49"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5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54"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5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5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59"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Google Shape;9;p2"/>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1" name="PlaceHolder 1"/>
          <p:cNvSpPr>
            <a:spLocks noGrp="1"/>
          </p:cNvSpPr>
          <p:nvPr>
            <p:ph type="title"/>
          </p:nvPr>
        </p:nvSpPr>
        <p:spPr>
          <a:xfrm>
            <a:off x="713160" y="1066680"/>
            <a:ext cx="5407560" cy="166212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Google Shape;48;p11"/>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6" name="PlaceHolder 1"/>
          <p:cNvSpPr>
            <a:spLocks noGrp="1"/>
          </p:cNvSpPr>
          <p:nvPr>
            <p:ph type="title"/>
          </p:nvPr>
        </p:nvSpPr>
        <p:spPr>
          <a:xfrm>
            <a:off x="1284120" y="1288080"/>
            <a:ext cx="6575760" cy="1526400"/>
          </a:xfrm>
          <a:prstGeom prst="rect">
            <a:avLst/>
          </a:prstGeom>
          <a:noFill/>
          <a:ln w="0">
            <a:noFill/>
          </a:ln>
        </p:spPr>
        <p:txBody>
          <a:bodyPr lIns="91440" rIns="91440" tIns="91440" bIns="91440" anchor="b">
            <a:noAutofit/>
          </a:bodyPr>
          <a:p>
            <a:pPr indent="0" algn="ctr">
              <a:lnSpc>
                <a:spcPct val="100000"/>
              </a:lnSpc>
              <a:buNone/>
            </a:pPr>
            <a:r>
              <a:rPr b="0" lang="fr-FR" sz="6000" spc="-1" strike="noStrike">
                <a:solidFill>
                  <a:schemeClr val="lt1"/>
                </a:solidFill>
                <a:latin typeface="Inter Medium"/>
                <a:ea typeface="Inter Medium"/>
              </a:rPr>
              <a:t>xx%</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 name="Google Shape;53;p13"/>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9" name="PlaceHolder 2"/>
          <p:cNvSpPr>
            <a:spLocks noGrp="1"/>
          </p:cNvSpPr>
          <p:nvPr>
            <p:ph type="title"/>
          </p:nvPr>
        </p:nvSpPr>
        <p:spPr>
          <a:xfrm>
            <a:off x="713160" y="1400760"/>
            <a:ext cx="5774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0" name="PlaceHolder 3"/>
          <p:cNvSpPr>
            <a:spLocks noGrp="1"/>
          </p:cNvSpPr>
          <p:nvPr>
            <p:ph type="title"/>
          </p:nvPr>
        </p:nvSpPr>
        <p:spPr>
          <a:xfrm>
            <a:off x="4223160" y="1400760"/>
            <a:ext cx="5756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1" name="PlaceHolder 4"/>
          <p:cNvSpPr>
            <a:spLocks noGrp="1"/>
          </p:cNvSpPr>
          <p:nvPr>
            <p:ph type="title"/>
          </p:nvPr>
        </p:nvSpPr>
        <p:spPr>
          <a:xfrm>
            <a:off x="713160" y="2472480"/>
            <a:ext cx="5774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2" name="PlaceHolder 5"/>
          <p:cNvSpPr>
            <a:spLocks noGrp="1"/>
          </p:cNvSpPr>
          <p:nvPr>
            <p:ph type="title"/>
          </p:nvPr>
        </p:nvSpPr>
        <p:spPr>
          <a:xfrm>
            <a:off x="4223160" y="2472480"/>
            <a:ext cx="5756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3" name="PlaceHolder 6"/>
          <p:cNvSpPr>
            <a:spLocks noGrp="1"/>
          </p:cNvSpPr>
          <p:nvPr>
            <p:ph type="title"/>
          </p:nvPr>
        </p:nvSpPr>
        <p:spPr>
          <a:xfrm>
            <a:off x="713160" y="3543840"/>
            <a:ext cx="5774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4" name="PlaceHolder 7"/>
          <p:cNvSpPr>
            <a:spLocks noGrp="1"/>
          </p:cNvSpPr>
          <p:nvPr>
            <p:ph type="title"/>
          </p:nvPr>
        </p:nvSpPr>
        <p:spPr>
          <a:xfrm>
            <a:off x="4223160" y="3543840"/>
            <a:ext cx="5756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5" name="Google Shape;68;p14"/>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16" name="PlaceHolder 1"/>
          <p:cNvSpPr>
            <a:spLocks noGrp="1"/>
          </p:cNvSpPr>
          <p:nvPr>
            <p:ph type="title"/>
          </p:nvPr>
        </p:nvSpPr>
        <p:spPr>
          <a:xfrm>
            <a:off x="713160" y="448200"/>
            <a:ext cx="3681000" cy="57564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17" name="PlaceHolder 2"/>
          <p:cNvSpPr>
            <a:spLocks noGrp="1"/>
          </p:cNvSpPr>
          <p:nvPr>
            <p:ph type="body"/>
          </p:nvPr>
        </p:nvSpPr>
        <p:spPr>
          <a:xfrm>
            <a:off x="4709520" y="445680"/>
            <a:ext cx="3720960" cy="425160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 name="Google Shape;73;p15"/>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19" name="PlaceHolder 1"/>
          <p:cNvSpPr>
            <a:spLocks noGrp="1"/>
          </p:cNvSpPr>
          <p:nvPr>
            <p:ph type="title"/>
          </p:nvPr>
        </p:nvSpPr>
        <p:spPr>
          <a:xfrm>
            <a:off x="713160" y="794520"/>
            <a:ext cx="7717320" cy="698040"/>
          </a:xfrm>
          <a:prstGeom prst="rect">
            <a:avLst/>
          </a:prstGeom>
          <a:noFill/>
          <a:ln w="0">
            <a:noFill/>
          </a:ln>
        </p:spPr>
        <p:txBody>
          <a:bodyPr lIns="91440" rIns="91440" tIns="91440" bIns="91440" anchor="t">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20" name="PlaceHolder 2"/>
          <p:cNvSpPr>
            <a:spLocks noGrp="1"/>
          </p:cNvSpPr>
          <p:nvPr>
            <p:ph type="body"/>
          </p:nvPr>
        </p:nvSpPr>
        <p:spPr>
          <a:xfrm>
            <a:off x="3488760" y="2398680"/>
            <a:ext cx="4941720" cy="195012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1" name="Google Shape;77;p16"/>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2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3" name="Google Shape;80;p17"/>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2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5" name="Google Shape;83;p18"/>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2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27" name="PlaceHolder 2"/>
          <p:cNvSpPr>
            <a:spLocks noGrp="1"/>
          </p:cNvSpPr>
          <p:nvPr>
            <p:ph type="title"/>
          </p:nvPr>
        </p:nvSpPr>
        <p:spPr>
          <a:xfrm>
            <a:off x="3319560" y="1555920"/>
            <a:ext cx="734400" cy="430920"/>
          </a:xfrm>
          <a:prstGeom prst="rect">
            <a:avLst/>
          </a:prstGeom>
          <a:noFill/>
          <a:ln w="0">
            <a:noFill/>
          </a:ln>
        </p:spPr>
        <p:txBody>
          <a:bodyPr lIns="91440" rIns="91440" tIns="91440" bIns="91440" anchor="ctr">
            <a:noAutofit/>
          </a:bodyPr>
          <a:p>
            <a:pPr indent="0">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28" name="PlaceHolder 3"/>
          <p:cNvSpPr>
            <a:spLocks noGrp="1"/>
          </p:cNvSpPr>
          <p:nvPr>
            <p:ph type="title"/>
          </p:nvPr>
        </p:nvSpPr>
        <p:spPr>
          <a:xfrm>
            <a:off x="713160" y="1555920"/>
            <a:ext cx="734400" cy="430920"/>
          </a:xfrm>
          <a:prstGeom prst="rect">
            <a:avLst/>
          </a:prstGeom>
          <a:noFill/>
          <a:ln w="0">
            <a:noFill/>
          </a:ln>
        </p:spPr>
        <p:txBody>
          <a:bodyPr lIns="91440" rIns="91440" tIns="91440" bIns="91440" anchor="ctr">
            <a:noAutofit/>
          </a:bodyPr>
          <a:p>
            <a:pPr indent="0">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29" name="PlaceHolder 4"/>
          <p:cNvSpPr>
            <a:spLocks noGrp="1"/>
          </p:cNvSpPr>
          <p:nvPr>
            <p:ph type="title"/>
          </p:nvPr>
        </p:nvSpPr>
        <p:spPr>
          <a:xfrm>
            <a:off x="5925600" y="1555920"/>
            <a:ext cx="734400" cy="430920"/>
          </a:xfrm>
          <a:prstGeom prst="rect">
            <a:avLst/>
          </a:prstGeom>
          <a:noFill/>
          <a:ln w="0">
            <a:noFill/>
          </a:ln>
        </p:spPr>
        <p:txBody>
          <a:bodyPr lIns="91440" rIns="91440" tIns="91440" bIns="91440" anchor="ctr">
            <a:noAutofit/>
          </a:bodyPr>
          <a:p>
            <a:pPr indent="0">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0" name="Google Shape;95;p19"/>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3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2" name="Google Shape;106;p20"/>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33" name="PlaceHolder 1"/>
          <p:cNvSpPr>
            <a:spLocks noGrp="1"/>
          </p:cNvSpPr>
          <p:nvPr>
            <p:ph type="title"/>
          </p:nvPr>
        </p:nvSpPr>
        <p:spPr>
          <a:xfrm>
            <a:off x="713160" y="1961280"/>
            <a:ext cx="3492360" cy="799920"/>
          </a:xfrm>
          <a:prstGeom prst="rect">
            <a:avLst/>
          </a:prstGeom>
          <a:noFill/>
          <a:ln w="0">
            <a:noFill/>
          </a:ln>
        </p:spPr>
        <p:txBody>
          <a:bodyPr lIns="91440" rIns="91440" tIns="91440" bIns="91440" anchor="b">
            <a:noAutofit/>
          </a:bodyPr>
          <a:p>
            <a:pPr indent="0">
              <a:lnSpc>
                <a:spcPct val="100000"/>
              </a:lnSpc>
              <a:buNone/>
            </a:pPr>
            <a:r>
              <a:rPr b="0" lang="fr-FR" sz="4000" spc="-1" strike="noStrike">
                <a:solidFill>
                  <a:schemeClr val="lt1"/>
                </a:solidFill>
                <a:latin typeface="Inter Medium"/>
                <a:ea typeface="Inter Medium"/>
              </a:rPr>
              <a:t>xx%</a:t>
            </a:r>
            <a:endParaRPr b="0" lang="fr-FR" sz="4000" spc="-1" strike="noStrike">
              <a:solidFill>
                <a:schemeClr val="dk1"/>
              </a:solidFill>
              <a:latin typeface="Arial"/>
            </a:endParaRPr>
          </a:p>
        </p:txBody>
      </p:sp>
      <p:sp>
        <p:nvSpPr>
          <p:cNvPr id="34" name="PlaceHolder 2"/>
          <p:cNvSpPr>
            <a:spLocks noGrp="1"/>
          </p:cNvSpPr>
          <p:nvPr>
            <p:ph type="title"/>
          </p:nvPr>
        </p:nvSpPr>
        <p:spPr>
          <a:xfrm>
            <a:off x="713160" y="615600"/>
            <a:ext cx="5240880" cy="954000"/>
          </a:xfrm>
          <a:prstGeom prst="rect">
            <a:avLst/>
          </a:prstGeom>
          <a:noFill/>
          <a:ln w="0">
            <a:noFill/>
          </a:ln>
        </p:spPr>
        <p:txBody>
          <a:bodyPr lIns="91440" rIns="91440" tIns="91440" bIns="91440" anchor="b">
            <a:noAutofit/>
          </a:bodyPr>
          <a:p>
            <a:pPr indent="0">
              <a:lnSpc>
                <a:spcPct val="100000"/>
              </a:lnSpc>
              <a:buNone/>
            </a:pPr>
            <a:r>
              <a:rPr b="0" lang="fr-FR" sz="5000" spc="-1" strike="noStrike">
                <a:solidFill>
                  <a:schemeClr val="lt1"/>
                </a:solidFill>
                <a:latin typeface="Inter Medium"/>
                <a:ea typeface="Inter Medium"/>
              </a:rPr>
              <a:t>xx%</a:t>
            </a:r>
            <a:endParaRPr b="0" lang="fr-FR" sz="5000" spc="-1" strike="noStrike">
              <a:solidFill>
                <a:schemeClr val="dk1"/>
              </a:solidFill>
              <a:latin typeface="Arial"/>
            </a:endParaRPr>
          </a:p>
        </p:txBody>
      </p:sp>
      <p:sp>
        <p:nvSpPr>
          <p:cNvPr id="35" name="PlaceHolder 3"/>
          <p:cNvSpPr>
            <a:spLocks noGrp="1"/>
          </p:cNvSpPr>
          <p:nvPr>
            <p:ph type="title"/>
          </p:nvPr>
        </p:nvSpPr>
        <p:spPr>
          <a:xfrm>
            <a:off x="713160" y="3121920"/>
            <a:ext cx="3492360" cy="799920"/>
          </a:xfrm>
          <a:prstGeom prst="rect">
            <a:avLst/>
          </a:prstGeom>
          <a:noFill/>
          <a:ln w="0">
            <a:noFill/>
          </a:ln>
        </p:spPr>
        <p:txBody>
          <a:bodyPr lIns="91440" rIns="91440" tIns="91440" bIns="91440" anchor="b">
            <a:noAutofit/>
          </a:bodyPr>
          <a:p>
            <a:pPr indent="0">
              <a:lnSpc>
                <a:spcPct val="100000"/>
              </a:lnSpc>
              <a:buNone/>
            </a:pPr>
            <a:r>
              <a:rPr b="0" lang="fr-FR" sz="4000" spc="-1" strike="noStrike">
                <a:solidFill>
                  <a:schemeClr val="lt1"/>
                </a:solidFill>
                <a:latin typeface="Inter Medium"/>
                <a:ea typeface="Inter Medium"/>
              </a:rPr>
              <a:t>xx%</a:t>
            </a:r>
            <a:endParaRPr b="0" lang="fr-FR" sz="4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Google Shape;13;p3"/>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37" name="PlaceHolder 1"/>
          <p:cNvSpPr>
            <a:spLocks noGrp="1"/>
          </p:cNvSpPr>
          <p:nvPr>
            <p:ph type="title"/>
          </p:nvPr>
        </p:nvSpPr>
        <p:spPr>
          <a:xfrm>
            <a:off x="722520" y="1861200"/>
            <a:ext cx="4131720" cy="1569600"/>
          </a:xfrm>
          <a:prstGeom prst="rect">
            <a:avLst/>
          </a:prstGeom>
          <a:noFill/>
          <a:ln w="0">
            <a:noFill/>
          </a:ln>
        </p:spPr>
        <p:txBody>
          <a:bodyPr lIns="91440" rIns="91440" tIns="91440" bIns="91440" anchor="t">
            <a:noAutofit/>
          </a:bodyPr>
          <a:p>
            <a:pPr indent="0">
              <a:buNone/>
            </a:pPr>
            <a:r>
              <a:rPr b="0" lang="fr-FR" sz="4500" spc="-1" strike="noStrike">
                <a:solidFill>
                  <a:schemeClr val="dk1"/>
                </a:solidFill>
                <a:latin typeface="Arial"/>
              </a:rPr>
              <a:t>Click to edit the title text format</a:t>
            </a:r>
            <a:endParaRPr b="0" lang="fr-FR" sz="4500" spc="-1" strike="noStrike">
              <a:solidFill>
                <a:schemeClr val="dk1"/>
              </a:solidFill>
              <a:latin typeface="Arial"/>
            </a:endParaRPr>
          </a:p>
        </p:txBody>
      </p:sp>
      <p:sp>
        <p:nvSpPr>
          <p:cNvPr id="38" name="PlaceHolder 2"/>
          <p:cNvSpPr>
            <a:spLocks noGrp="1"/>
          </p:cNvSpPr>
          <p:nvPr>
            <p:ph type="title"/>
          </p:nvPr>
        </p:nvSpPr>
        <p:spPr>
          <a:xfrm>
            <a:off x="722520" y="984240"/>
            <a:ext cx="1235520" cy="876960"/>
          </a:xfrm>
          <a:prstGeom prst="rect">
            <a:avLst/>
          </a:prstGeom>
          <a:noFill/>
          <a:ln w="0">
            <a:noFill/>
          </a:ln>
        </p:spPr>
        <p:txBody>
          <a:bodyPr lIns="91440" rIns="91440" tIns="91440" bIns="91440" anchor="b">
            <a:noAutofit/>
          </a:bodyPr>
          <a:p>
            <a:pPr indent="0">
              <a:lnSpc>
                <a:spcPct val="100000"/>
              </a:lnSpc>
              <a:buNone/>
            </a:pPr>
            <a:r>
              <a:rPr b="0" lang="fr-FR" sz="4500" spc="-1" strike="noStrike">
                <a:solidFill>
                  <a:schemeClr val="lt1"/>
                </a:solidFill>
                <a:latin typeface="Inter Medium"/>
                <a:ea typeface="Inter Medium"/>
              </a:rPr>
              <a:t>xx%</a:t>
            </a:r>
            <a:endParaRPr b="0" lang="fr-FR" sz="4500" spc="-1" strike="noStrike">
              <a:solidFill>
                <a:schemeClr val="dk1"/>
              </a:solidFill>
              <a:latin typeface="Arial"/>
            </a:endParaRPr>
          </a:p>
        </p:txBody>
      </p:sp>
      <p:sp>
        <p:nvSpPr>
          <p:cNvPr id="3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0" name="Google Shape;114;p21"/>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41" name="PlaceHolder 1"/>
          <p:cNvSpPr>
            <a:spLocks noGrp="1"/>
          </p:cNvSpPr>
          <p:nvPr>
            <p:ph type="title"/>
          </p:nvPr>
        </p:nvSpPr>
        <p:spPr>
          <a:xfrm>
            <a:off x="713160" y="539640"/>
            <a:ext cx="4447800" cy="95400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42" name="Google Shape;117;p21"/>
          <p:cNvSpPr/>
          <p:nvPr/>
        </p:nvSpPr>
        <p:spPr>
          <a:xfrm>
            <a:off x="713160" y="3164400"/>
            <a:ext cx="3098520" cy="64620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000" spc="-1" strike="noStrike">
                <a:solidFill>
                  <a:schemeClr val="lt1"/>
                </a:solidFill>
                <a:latin typeface="Roboto"/>
                <a:ea typeface="Roboto"/>
              </a:rPr>
              <a:t>CREDITS:</a:t>
            </a:r>
            <a:r>
              <a:rPr b="0" lang="en" sz="1000" spc="-1" strike="noStrike">
                <a:solidFill>
                  <a:schemeClr val="lt1"/>
                </a:solidFill>
                <a:latin typeface="Roboto"/>
                <a:ea typeface="Roboto"/>
              </a:rPr>
              <a:t> This presentation template was created by </a:t>
            </a:r>
            <a:r>
              <a:rPr b="1" lang="en" sz="1000" spc="-1" strike="noStrike" u="sng">
                <a:solidFill>
                  <a:schemeClr val="lt1"/>
                </a:solidFill>
                <a:uFillTx/>
                <a:latin typeface="Roboto"/>
                <a:ea typeface="Roboto"/>
                <a:hlinkClick r:id="rId2"/>
              </a:rPr>
              <a:t>Slidesgo</a:t>
            </a:r>
            <a:r>
              <a:rPr b="0" lang="en" sz="1000" spc="-1" strike="noStrike">
                <a:solidFill>
                  <a:schemeClr val="lt1"/>
                </a:solidFill>
                <a:latin typeface="Roboto"/>
                <a:ea typeface="Roboto"/>
              </a:rPr>
              <a:t>, and includes icons, infographics &amp; images by </a:t>
            </a:r>
            <a:r>
              <a:rPr b="1" lang="en" sz="1000" spc="-1" strike="noStrike" u="sng">
                <a:solidFill>
                  <a:schemeClr val="lt1"/>
                </a:solidFill>
                <a:uFillTx/>
                <a:latin typeface="Roboto"/>
                <a:ea typeface="Roboto"/>
                <a:hlinkClick r:id="rId3"/>
              </a:rPr>
              <a:t>Freepik</a:t>
            </a:r>
            <a:r>
              <a:rPr b="0" lang="en" sz="1000" spc="-1" strike="noStrike" u="sng">
                <a:solidFill>
                  <a:schemeClr val="lt1"/>
                </a:solidFill>
                <a:uFillTx/>
                <a:latin typeface="Roboto"/>
                <a:ea typeface="Roboto"/>
              </a:rPr>
              <a:t> </a:t>
            </a:r>
            <a:endParaRPr b="0" lang="en-US" sz="1000" spc="-1" strike="noStrike">
              <a:solidFill>
                <a:srgbClr val="000000"/>
              </a:solidFill>
              <a:latin typeface="OpenSymbol"/>
            </a:endParaRPr>
          </a:p>
        </p:txBody>
      </p:sp>
      <p:sp>
        <p:nvSpPr>
          <p:cNvPr id="4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4" name="Google Shape;119;p22"/>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5" name="Google Shape;121;p23"/>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Google Shape;18;p4"/>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4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48" name="PlaceHolder 2"/>
          <p:cNvSpPr>
            <a:spLocks noGrp="1"/>
          </p:cNvSpPr>
          <p:nvPr>
            <p:ph type="body"/>
          </p:nvPr>
        </p:nvSpPr>
        <p:spPr>
          <a:xfrm>
            <a:off x="720000" y="1210320"/>
            <a:ext cx="7703640" cy="36900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1" name="Google Shape;22;p5"/>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53" name="PlaceHolder 2"/>
          <p:cNvSpPr>
            <a:spLocks noGrp="1"/>
          </p:cNvSpPr>
          <p:nvPr>
            <p:ph type="body"/>
          </p:nvPr>
        </p:nvSpPr>
        <p:spPr>
          <a:xfrm>
            <a:off x="5696280" y="1379880"/>
            <a:ext cx="2727360" cy="2861280"/>
          </a:xfrm>
          <a:prstGeom prst="rect">
            <a:avLst/>
          </a:prstGeom>
          <a:noFill/>
          <a:ln w="0">
            <a:noFill/>
          </a:ln>
        </p:spPr>
        <p:txBody>
          <a:bodyPr lIns="90000" rIns="90000" tIns="45000" bIns="45000" anchor="t">
            <a:normAutofit fontScale="21111"/>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7" name="Google Shape;30;p6"/>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0" name="Google Shape;33;p7"/>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1" name="PlaceHolder 1"/>
          <p:cNvSpPr>
            <a:spLocks noGrp="1"/>
          </p:cNvSpPr>
          <p:nvPr>
            <p:ph type="title"/>
          </p:nvPr>
        </p:nvSpPr>
        <p:spPr>
          <a:xfrm>
            <a:off x="713160" y="448200"/>
            <a:ext cx="3681000" cy="57564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62" name="PlaceHolder 2"/>
          <p:cNvSpPr>
            <a:spLocks noGrp="1"/>
          </p:cNvSpPr>
          <p:nvPr>
            <p:ph type="body"/>
          </p:nvPr>
        </p:nvSpPr>
        <p:spPr>
          <a:xfrm>
            <a:off x="4709520" y="445680"/>
            <a:ext cx="3720960" cy="425160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3" name="Google Shape;38;p8"/>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64"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5" name="Google Shape;41;p9"/>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66"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7"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68" name="PlaceHolder 2"/>
          <p:cNvSpPr>
            <a:spLocks noGrp="1"/>
          </p:cNvSpPr>
          <p:nvPr>
            <p:ph type="title"/>
          </p:nvPr>
        </p:nvSpPr>
        <p:spPr>
          <a:xfrm>
            <a:off x="720000" y="4014360"/>
            <a:ext cx="7703640" cy="572400"/>
          </a:xfrm>
          <a:prstGeom prst="rect">
            <a:avLst/>
          </a:prstGeom>
          <a:solidFill>
            <a:srgbClr val="000000"/>
          </a:solidFill>
          <a:ln w="0">
            <a:noFill/>
          </a:ln>
        </p:spPr>
        <p:txBody>
          <a:bodyPr lIns="91440" rIns="91440" tIns="91440" bIns="91440" anchor="ctr">
            <a:noAutofit/>
          </a:bodyPr>
          <a:p>
            <a:pPr indent="0">
              <a:buNone/>
            </a:pPr>
            <a:r>
              <a:rPr b="0" lang="fr-FR" sz="1800" spc="-1" strike="noStrike">
                <a:solidFill>
                  <a:schemeClr val="dk1"/>
                </a:solidFill>
                <a:latin typeface="Arial"/>
              </a:rPr>
              <a:t>Click to edit the title text format</a:t>
            </a:r>
            <a:endParaRPr b="0" lang="fr-FR"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9" name="Google Shape;127;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70"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71" name="Google Shape;130;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72"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
        <p:nvSpPr>
          <p:cNvPr id="73"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14240" y="1066680"/>
            <a:ext cx="5409720" cy="1666440"/>
          </a:xfrm>
          <a:prstGeom prst="rect">
            <a:avLst/>
          </a:prstGeom>
          <a:noFill/>
          <a:ln w="0">
            <a:noFill/>
          </a:ln>
        </p:spPr>
        <p:txBody>
          <a:bodyPr lIns="91440" rIns="91440" tIns="91440" bIns="91440" anchor="b">
            <a:normAutofit/>
          </a:bodyPr>
          <a:p>
            <a:pPr indent="0">
              <a:lnSpc>
                <a:spcPct val="100000"/>
              </a:lnSpc>
              <a:buNone/>
              <a:tabLst>
                <a:tab algn="l" pos="0"/>
              </a:tabLst>
            </a:pPr>
            <a:r>
              <a:rPr b="0" lang="en" sz="6000" spc="-1" strike="noStrike">
                <a:solidFill>
                  <a:schemeClr val="lt1"/>
                </a:solidFill>
                <a:latin typeface="Inter Medium"/>
                <a:ea typeface="Inter Medium"/>
              </a:rPr>
              <a:t>Seeds of Change</a:t>
            </a:r>
            <a:endParaRPr b="0" lang="fr-FR" sz="6000" spc="-1" strike="noStrike">
              <a:solidFill>
                <a:schemeClr val="dk1"/>
              </a:solidFill>
              <a:latin typeface="Arial"/>
            </a:endParaRPr>
          </a:p>
        </p:txBody>
      </p:sp>
      <p:sp>
        <p:nvSpPr>
          <p:cNvPr id="75" name="PlaceHolder 2"/>
          <p:cNvSpPr>
            <a:spLocks noGrp="1"/>
          </p:cNvSpPr>
          <p:nvPr>
            <p:ph type="subTitle"/>
          </p:nvPr>
        </p:nvSpPr>
        <p:spPr>
          <a:xfrm>
            <a:off x="714240" y="3390840"/>
            <a:ext cx="6352920" cy="428400"/>
          </a:xfrm>
          <a:prstGeom prst="rect">
            <a:avLst/>
          </a:prstGeom>
          <a:noFill/>
          <a:ln w="0">
            <a:noFill/>
          </a:ln>
        </p:spPr>
        <p:txBody>
          <a:bodyPr lIns="91440" rIns="91440" tIns="91440" bIns="91440" anchor="t">
            <a:normAutofit/>
          </a:bodyPr>
          <a:p>
            <a:pPr indent="0">
              <a:lnSpc>
                <a:spcPct val="100000"/>
              </a:lnSpc>
              <a:buNone/>
              <a:tabLst>
                <a:tab algn="l" pos="0"/>
              </a:tabLst>
            </a:pPr>
            <a:r>
              <a:rPr b="0" lang="en" sz="1600" spc="-1" strike="noStrike">
                <a:solidFill>
                  <a:schemeClr val="lt1"/>
                </a:solidFill>
                <a:latin typeface="Roboto"/>
                <a:ea typeface="Roboto"/>
              </a:rPr>
              <a:t>Empowering Orphans through Horticulture, Coding &amp; Storytelling</a:t>
            </a:r>
            <a:endParaRPr b="0" lang="en-US" sz="1600" spc="-1" strike="noStrike">
              <a:solidFill>
                <a:srgbClr val="000000"/>
              </a:solidFill>
              <a:latin typeface="OpenSymbol"/>
            </a:endParaRPr>
          </a:p>
        </p:txBody>
      </p:sp>
      <p:sp>
        <p:nvSpPr>
          <p:cNvPr id="76" name="Google Shape;139;p28"/>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000000"/>
              </a:solidFill>
              <a:latin typeface="OpenSymbol"/>
            </a:endParaRPr>
          </a:p>
        </p:txBody>
      </p:sp>
      <p:sp>
        <p:nvSpPr>
          <p:cNvPr id="77" name="Google Shape;140;p28"/>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000000"/>
              </a:solidFill>
              <a:latin typeface="OpenSymbol"/>
            </a:endParaRPr>
          </a:p>
        </p:txBody>
      </p:sp>
      <p:sp>
        <p:nvSpPr>
          <p:cNvPr id="78" name="Google Shape;141;p28"/>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80"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81"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82"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83"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a:bodyPr>
          <a:p>
            <a:pPr indent="0">
              <a:lnSpc>
                <a:spcPct val="100000"/>
              </a:lnSpc>
              <a:buNone/>
              <a:tabLst>
                <a:tab algn="l" pos="0"/>
              </a:tabLst>
            </a:pPr>
            <a:r>
              <a:rPr b="0" lang="en" sz="2600" spc="-1" strike="noStrike">
                <a:solidFill>
                  <a:schemeClr val="dk1"/>
                </a:solidFill>
                <a:latin typeface="Inter Medium"/>
                <a:ea typeface="Inter Medium"/>
              </a:rPr>
              <a:t>Introduction</a:t>
            </a:r>
            <a:endParaRPr b="0" lang="fr-FR" sz="2600" spc="-1" strike="noStrike">
              <a:solidFill>
                <a:schemeClr val="dk1"/>
              </a:solidFill>
              <a:latin typeface="Arial"/>
            </a:endParaRPr>
          </a:p>
        </p:txBody>
      </p:sp>
      <p:sp>
        <p:nvSpPr>
          <p:cNvPr id="84"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gn="ctr">
              <a:buNone/>
            </a:pPr>
            <a:endParaRPr b="0" lang="en-US" sz="1200" spc="-1" strike="noStrike">
              <a:solidFill>
                <a:schemeClr val="dk1"/>
              </a:solidFill>
              <a:latin typeface="Roboto"/>
              <a:ea typeface="Roboto"/>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Google Shape;188;p32"/>
          <p:cNvSpPr/>
          <p:nvPr/>
        </p:nvSpPr>
        <p:spPr>
          <a:xfrm>
            <a:off x="134316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86" name="Google Shape;189;p32"/>
          <p:cNvSpPr/>
          <p:nvPr/>
        </p:nvSpPr>
        <p:spPr>
          <a:xfrm>
            <a:off x="11448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87" name="Google Shape;190;p32"/>
          <p:cNvSpPr/>
          <p:nvPr/>
        </p:nvSpPr>
        <p:spPr>
          <a:xfrm>
            <a:off x="780084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algn="r" defTabSz="914400">
              <a:lnSpc>
                <a:spcPct val="100000"/>
              </a:lnSpc>
              <a:tabLst>
                <a:tab algn="l" pos="0"/>
              </a:tabLst>
            </a:pPr>
            <a:endParaRPr b="0" lang="en-US" sz="1800" spc="-1" strike="noStrike">
              <a:solidFill>
                <a:srgbClr val="000000"/>
              </a:solidFill>
              <a:latin typeface="OpenSymbol"/>
            </a:endParaRPr>
          </a:p>
        </p:txBody>
      </p:sp>
      <p:sp>
        <p:nvSpPr>
          <p:cNvPr id="88" name="PlaceHolder 1"/>
          <p:cNvSpPr>
            <a:spLocks noGrp="1"/>
          </p:cNvSpPr>
          <p:nvPr>
            <p:ph type="title"/>
          </p:nvPr>
        </p:nvSpPr>
        <p:spPr>
          <a:xfrm>
            <a:off x="723960" y="1857240"/>
            <a:ext cx="4133520" cy="1571400"/>
          </a:xfrm>
          <a:prstGeom prst="rect">
            <a:avLst/>
          </a:prstGeom>
          <a:noFill/>
          <a:ln w="0">
            <a:noFill/>
          </a:ln>
        </p:spPr>
        <p:txBody>
          <a:bodyPr lIns="91440" rIns="91440" tIns="91440" bIns="91440" anchor="t">
            <a:normAutofit/>
          </a:bodyPr>
          <a:p>
            <a:pPr indent="0">
              <a:lnSpc>
                <a:spcPct val="100000"/>
              </a:lnSpc>
              <a:buNone/>
              <a:tabLst>
                <a:tab algn="l" pos="0"/>
              </a:tabLst>
            </a:pPr>
            <a:r>
              <a:rPr b="0" lang="en" sz="4500" spc="-1" strike="noStrike">
                <a:solidFill>
                  <a:schemeClr val="lt1"/>
                </a:solidFill>
                <a:latin typeface="Inter Medium"/>
                <a:ea typeface="Inter Medium"/>
              </a:rPr>
              <a:t>Project Overview</a:t>
            </a:r>
            <a:endParaRPr b="0" lang="fr-FR" sz="4500" spc="-1" strike="noStrike">
              <a:solidFill>
                <a:schemeClr val="dk1"/>
              </a:solidFill>
              <a:latin typeface="Arial"/>
            </a:endParaRPr>
          </a:p>
        </p:txBody>
      </p:sp>
      <p:sp>
        <p:nvSpPr>
          <p:cNvPr id="89" name="PlaceHolder 2"/>
          <p:cNvSpPr>
            <a:spLocks noGrp="1"/>
          </p:cNvSpPr>
          <p:nvPr>
            <p:ph type="title"/>
          </p:nvPr>
        </p:nvSpPr>
        <p:spPr>
          <a:xfrm>
            <a:off x="723960" y="981000"/>
            <a:ext cx="1238040" cy="875880"/>
          </a:xfrm>
          <a:prstGeom prst="rect">
            <a:avLst/>
          </a:prstGeom>
          <a:noFill/>
          <a:ln w="0">
            <a:noFill/>
          </a:ln>
        </p:spPr>
        <p:txBody>
          <a:bodyPr lIns="91440" rIns="91440" tIns="91440" bIns="91440" anchor="b">
            <a:normAutofit/>
          </a:bodyPr>
          <a:p>
            <a:pPr indent="0">
              <a:lnSpc>
                <a:spcPct val="100000"/>
              </a:lnSpc>
              <a:buNone/>
              <a:tabLst>
                <a:tab algn="l" pos="0"/>
              </a:tabLst>
            </a:pPr>
            <a:r>
              <a:rPr b="0" lang="en" sz="4500" spc="-1" strike="noStrike">
                <a:solidFill>
                  <a:schemeClr val="lt1"/>
                </a:solidFill>
                <a:latin typeface="Inter Medium"/>
                <a:ea typeface="Inter Medium"/>
              </a:rPr>
              <a:t>01</a:t>
            </a:r>
            <a:endParaRPr b="0" lang="fr-FR" sz="4500" spc="-1" strike="noStrike">
              <a:solidFill>
                <a:schemeClr val="dk1"/>
              </a:solidFill>
              <a:latin typeface="Arial"/>
            </a:endParaRPr>
          </a:p>
        </p:txBody>
      </p:sp>
      <p:sp>
        <p:nvSpPr>
          <p:cNvPr id="90" name="PlaceHolder 3"/>
          <p:cNvSpPr>
            <a:spLocks noGrp="1"/>
          </p:cNvSpPr>
          <p:nvPr>
            <p:ph type="subTitle"/>
          </p:nvPr>
        </p:nvSpPr>
        <p:spPr>
          <a:xfrm>
            <a:off x="723960" y="3429000"/>
            <a:ext cx="4133520" cy="399600"/>
          </a:xfrm>
          <a:prstGeom prst="rect">
            <a:avLst/>
          </a:prstGeom>
          <a:noFill/>
          <a:ln w="0">
            <a:noFill/>
          </a:ln>
        </p:spPr>
        <p:txBody>
          <a:bodyPr lIns="91440" rIns="91440" tIns="91440" bIns="91440" anchor="t">
            <a:normAutofit/>
          </a:bodyPr>
          <a:p>
            <a:pPr indent="0" algn="ctr">
              <a:buNone/>
            </a:pPr>
            <a:endParaRPr b="0" lang="en-US" sz="1400" spc="-1" strike="noStrike">
              <a:solidFill>
                <a:schemeClr val="lt1"/>
              </a:solidFill>
              <a:latin typeface="Roboto"/>
              <a:ea typeface="Roboto"/>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Initiative Background</a:t>
            </a:r>
            <a:endParaRPr b="0" lang="fr-FR" sz="4000" spc="-1" strike="noStrike">
              <a:solidFill>
                <a:schemeClr val="dk1"/>
              </a:solidFill>
              <a:latin typeface="Arial"/>
            </a:endParaRPr>
          </a:p>
        </p:txBody>
      </p:sp>
      <p:sp>
        <p:nvSpPr>
          <p:cNvPr id="92"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This project is a civic engagement initiative conducted by students from FAST University, under the guidance of Shakeel Ahmed, in partnership with the Edhi Orphan House. The aim was to provide orphans with essential life skills and experiences through various educational activities.</a:t>
            </a:r>
            <a:endParaRPr b="0" lang="fr-FR" sz="1200" spc="-1" strike="noStrike">
              <a:solidFill>
                <a:srgbClr val="000000"/>
              </a:solidFill>
              <a:latin typeface="Arial"/>
            </a:endParaRPr>
          </a:p>
        </p:txBody>
      </p:sp>
      <p:sp>
        <p:nvSpPr>
          <p:cNvPr id="93"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94"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95"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Objectives and Goals</a:t>
            </a:r>
            <a:endParaRPr b="0" lang="fr-FR" sz="4000" spc="-1" strike="noStrike">
              <a:solidFill>
                <a:schemeClr val="dk1"/>
              </a:solidFill>
              <a:latin typeface="Arial"/>
            </a:endParaRPr>
          </a:p>
        </p:txBody>
      </p:sp>
      <p:sp>
        <p:nvSpPr>
          <p:cNvPr id="97"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The primary goals of the project include fostering teamwork and emotional development in children aged 7–14. By focusing on horticulture, coding, and storytelling, the initiative aims to fill gaps observed in areas like STEM exposure, nutrition, and self-expression.</a:t>
            </a:r>
            <a:endParaRPr b="0" lang="fr-FR" sz="1200" spc="-1" strike="noStrike">
              <a:solidFill>
                <a:srgbClr val="000000"/>
              </a:solidFill>
              <a:latin typeface="Arial"/>
            </a:endParaRPr>
          </a:p>
        </p:txBody>
      </p:sp>
      <p:sp>
        <p:nvSpPr>
          <p:cNvPr id="98"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99"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00"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02"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03"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04"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105"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a:bodyPr>
          <a:p>
            <a:pPr indent="0">
              <a:lnSpc>
                <a:spcPct val="100000"/>
              </a:lnSpc>
              <a:buNone/>
              <a:tabLst>
                <a:tab algn="l" pos="0"/>
              </a:tabLst>
            </a:pPr>
            <a:r>
              <a:rPr b="0" lang="en" sz="2600" spc="-1" strike="noStrike">
                <a:solidFill>
                  <a:schemeClr val="dk1"/>
                </a:solidFill>
                <a:latin typeface="Inter Medium"/>
                <a:ea typeface="Inter Medium"/>
              </a:rPr>
              <a:t>Target Audience</a:t>
            </a:r>
            <a:endParaRPr b="0" lang="fr-FR" sz="2600" spc="-1" strike="noStrike">
              <a:solidFill>
                <a:schemeClr val="dk1"/>
              </a:solidFill>
              <a:latin typeface="Arial"/>
            </a:endParaRPr>
          </a:p>
        </p:txBody>
      </p:sp>
      <p:sp>
        <p:nvSpPr>
          <p:cNvPr id="106"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The project specifically targeted orphans aged 7–14 years at the Edhi Orphan House. This age group was selected to ensure that the children could grasp the concepts of horticulture, coding, and storytelling, thus providing them with essential skills for their personal and social development.</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Google Shape;188;p32"/>
          <p:cNvSpPr/>
          <p:nvPr/>
        </p:nvSpPr>
        <p:spPr>
          <a:xfrm>
            <a:off x="134316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108" name="Google Shape;189;p32"/>
          <p:cNvSpPr/>
          <p:nvPr/>
        </p:nvSpPr>
        <p:spPr>
          <a:xfrm>
            <a:off x="11448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109" name="Google Shape;190;p32"/>
          <p:cNvSpPr/>
          <p:nvPr/>
        </p:nvSpPr>
        <p:spPr>
          <a:xfrm>
            <a:off x="780084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algn="r" defTabSz="914400">
              <a:lnSpc>
                <a:spcPct val="100000"/>
              </a:lnSpc>
              <a:tabLst>
                <a:tab algn="l" pos="0"/>
              </a:tabLst>
            </a:pPr>
            <a:endParaRPr b="0" lang="en-US" sz="1800" spc="-1" strike="noStrike">
              <a:solidFill>
                <a:srgbClr val="000000"/>
              </a:solidFill>
              <a:latin typeface="OpenSymbol"/>
            </a:endParaRPr>
          </a:p>
        </p:txBody>
      </p:sp>
      <p:sp>
        <p:nvSpPr>
          <p:cNvPr id="110" name="PlaceHolder 1"/>
          <p:cNvSpPr>
            <a:spLocks noGrp="1"/>
          </p:cNvSpPr>
          <p:nvPr>
            <p:ph type="title"/>
          </p:nvPr>
        </p:nvSpPr>
        <p:spPr>
          <a:xfrm>
            <a:off x="723960" y="1857240"/>
            <a:ext cx="4133520" cy="1571400"/>
          </a:xfrm>
          <a:prstGeom prst="rect">
            <a:avLst/>
          </a:prstGeom>
          <a:noFill/>
          <a:ln w="0">
            <a:noFill/>
          </a:ln>
        </p:spPr>
        <p:txBody>
          <a:bodyPr lIns="91440" rIns="91440" tIns="91440" bIns="91440" anchor="t">
            <a:normAutofit/>
          </a:bodyPr>
          <a:p>
            <a:pPr indent="0">
              <a:lnSpc>
                <a:spcPct val="100000"/>
              </a:lnSpc>
              <a:buNone/>
              <a:tabLst>
                <a:tab algn="l" pos="0"/>
              </a:tabLst>
            </a:pPr>
            <a:r>
              <a:rPr b="0" lang="en" sz="4500" spc="-1" strike="noStrike">
                <a:solidFill>
                  <a:schemeClr val="lt1"/>
                </a:solidFill>
                <a:latin typeface="Inter Medium"/>
                <a:ea typeface="Inter Medium"/>
              </a:rPr>
              <a:t>Implementation and Impact</a:t>
            </a:r>
            <a:endParaRPr b="0" lang="fr-FR" sz="4500" spc="-1" strike="noStrike">
              <a:solidFill>
                <a:schemeClr val="dk1"/>
              </a:solidFill>
              <a:latin typeface="Arial"/>
            </a:endParaRPr>
          </a:p>
        </p:txBody>
      </p:sp>
      <p:sp>
        <p:nvSpPr>
          <p:cNvPr id="111" name="PlaceHolder 2"/>
          <p:cNvSpPr>
            <a:spLocks noGrp="1"/>
          </p:cNvSpPr>
          <p:nvPr>
            <p:ph type="title"/>
          </p:nvPr>
        </p:nvSpPr>
        <p:spPr>
          <a:xfrm>
            <a:off x="723960" y="981000"/>
            <a:ext cx="1238040" cy="875880"/>
          </a:xfrm>
          <a:prstGeom prst="rect">
            <a:avLst/>
          </a:prstGeom>
          <a:noFill/>
          <a:ln w="0">
            <a:noFill/>
          </a:ln>
        </p:spPr>
        <p:txBody>
          <a:bodyPr lIns="91440" rIns="91440" tIns="91440" bIns="91440" anchor="b">
            <a:normAutofit/>
          </a:bodyPr>
          <a:p>
            <a:pPr indent="0">
              <a:lnSpc>
                <a:spcPct val="100000"/>
              </a:lnSpc>
              <a:buNone/>
              <a:tabLst>
                <a:tab algn="l" pos="0"/>
              </a:tabLst>
            </a:pPr>
            <a:r>
              <a:rPr b="0" lang="en" sz="4500" spc="-1" strike="noStrike">
                <a:solidFill>
                  <a:schemeClr val="lt1"/>
                </a:solidFill>
                <a:latin typeface="Inter Medium"/>
                <a:ea typeface="Inter Medium"/>
              </a:rPr>
              <a:t>02</a:t>
            </a:r>
            <a:endParaRPr b="0" lang="fr-FR" sz="4500" spc="-1" strike="noStrike">
              <a:solidFill>
                <a:schemeClr val="dk1"/>
              </a:solidFill>
              <a:latin typeface="Arial"/>
            </a:endParaRPr>
          </a:p>
        </p:txBody>
      </p:sp>
      <p:sp>
        <p:nvSpPr>
          <p:cNvPr id="112" name="PlaceHolder 3"/>
          <p:cNvSpPr>
            <a:spLocks noGrp="1"/>
          </p:cNvSpPr>
          <p:nvPr>
            <p:ph type="subTitle"/>
          </p:nvPr>
        </p:nvSpPr>
        <p:spPr>
          <a:xfrm>
            <a:off x="723960" y="3429000"/>
            <a:ext cx="4133520" cy="399600"/>
          </a:xfrm>
          <a:prstGeom prst="rect">
            <a:avLst/>
          </a:prstGeom>
          <a:noFill/>
          <a:ln w="0">
            <a:noFill/>
          </a:ln>
        </p:spPr>
        <p:txBody>
          <a:bodyPr lIns="91440" rIns="91440" tIns="91440" bIns="91440" anchor="t">
            <a:normAutofit/>
          </a:bodyPr>
          <a:p>
            <a:pPr indent="0" algn="ctr">
              <a:buNone/>
            </a:pPr>
            <a:endParaRPr b="0" lang="en-US" sz="1400" spc="-1" strike="noStrike">
              <a:solidFill>
                <a:schemeClr val="lt1"/>
              </a:solidFill>
              <a:latin typeface="Roboto"/>
              <a:ea typeface="Roboto"/>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Session Structure</a:t>
            </a:r>
            <a:endParaRPr b="0" lang="fr-FR" sz="4000" spc="-1" strike="noStrike">
              <a:solidFill>
                <a:schemeClr val="dk1"/>
              </a:solidFill>
              <a:latin typeface="Arial"/>
            </a:endParaRPr>
          </a:p>
        </p:txBody>
      </p:sp>
      <p:sp>
        <p:nvSpPr>
          <p:cNvPr id="114"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The program comprised 24 structured sessions, each designed to engage the children in hands-on activities. Each session integrated practical lessons on gardening, coding basics, and storytelling, thereby promoting teamwork, hygiene awareness, and creative expression.</a:t>
            </a:r>
            <a:endParaRPr b="0" lang="fr-FR" sz="1200" spc="-1" strike="noStrike">
              <a:solidFill>
                <a:srgbClr val="000000"/>
              </a:solidFill>
              <a:latin typeface="Arial"/>
            </a:endParaRPr>
          </a:p>
        </p:txBody>
      </p:sp>
      <p:sp>
        <p:nvSpPr>
          <p:cNvPr id="115"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16"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17"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Challenges Faced</a:t>
            </a:r>
            <a:endParaRPr b="0" lang="fr-FR" sz="4000" spc="-1" strike="noStrike">
              <a:solidFill>
                <a:schemeClr val="dk1"/>
              </a:solidFill>
              <a:latin typeface="Arial"/>
            </a:endParaRPr>
          </a:p>
        </p:txBody>
      </p:sp>
      <p:sp>
        <p:nvSpPr>
          <p:cNvPr id="119"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The initiative encountered several logistical and behavioral challenges, including resource availability, varying levels of engagement among children, and the need for adaptability in teaching approaches to meet individual needs.</a:t>
            </a:r>
            <a:endParaRPr b="0" lang="fr-FR" sz="1200" spc="-1" strike="noStrike">
              <a:solidFill>
                <a:srgbClr val="000000"/>
              </a:solidFill>
              <a:latin typeface="Arial"/>
            </a:endParaRPr>
          </a:p>
        </p:txBody>
      </p:sp>
      <p:sp>
        <p:nvSpPr>
          <p:cNvPr id="120"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21"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22"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24"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25"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26"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127"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a:bodyPr>
          <a:p>
            <a:pPr indent="0">
              <a:lnSpc>
                <a:spcPct val="100000"/>
              </a:lnSpc>
              <a:buNone/>
              <a:tabLst>
                <a:tab algn="l" pos="0"/>
              </a:tabLst>
            </a:pPr>
            <a:r>
              <a:rPr b="0" lang="en" sz="2600" spc="-1" strike="noStrike">
                <a:solidFill>
                  <a:schemeClr val="dk1"/>
                </a:solidFill>
                <a:latin typeface="Inter Medium"/>
                <a:ea typeface="Inter Medium"/>
              </a:rPr>
              <a:t>Results and Feedback</a:t>
            </a:r>
            <a:endParaRPr b="0" lang="fr-FR" sz="2600" spc="-1" strike="noStrike">
              <a:solidFill>
                <a:schemeClr val="dk1"/>
              </a:solidFill>
              <a:latin typeface="Arial"/>
            </a:endParaRPr>
          </a:p>
        </p:txBody>
      </p:sp>
      <p:sp>
        <p:nvSpPr>
          <p:cNvPr id="128"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Feedback from the participants and staff indicated that the program successfully addressed gaps in STEM education, nutrition awareness, and self-expression. The children showed measurable improvement in these areas, and the project received positive evaluations from stakeholders.</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30"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31"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32"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133"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a:bodyPr>
          <a:p>
            <a:pPr indent="0">
              <a:lnSpc>
                <a:spcPct val="100000"/>
              </a:lnSpc>
              <a:buNone/>
              <a:tabLst>
                <a:tab algn="l" pos="0"/>
              </a:tabLst>
            </a:pPr>
            <a:r>
              <a:rPr b="0" lang="en" sz="2600" spc="-1" strike="noStrike">
                <a:solidFill>
                  <a:schemeClr val="dk1"/>
                </a:solidFill>
                <a:latin typeface="Inter Medium"/>
                <a:ea typeface="Inter Medium"/>
              </a:rPr>
              <a:t>Conclusions</a:t>
            </a:r>
            <a:endParaRPr b="0" lang="fr-FR" sz="2600" spc="-1" strike="noStrike">
              <a:solidFill>
                <a:schemeClr val="dk1"/>
              </a:solidFill>
              <a:latin typeface="Arial"/>
            </a:endParaRPr>
          </a:p>
        </p:txBody>
      </p:sp>
      <p:sp>
        <p:nvSpPr>
          <p:cNvPr id="134"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The Seeds of Change initiative demonstrated significant potential for empowering orphans through targeted educational activities. The positive impacts observed indicate the feasibility of similar projects in the future, promoting sustainable development goals.</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714240" y="542880"/>
            <a:ext cx="4447800" cy="95220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lt1"/>
                </a:solidFill>
                <a:latin typeface="Inter Medium"/>
                <a:ea typeface="Inter Medium"/>
              </a:rPr>
              <a:t>Thank you!</a:t>
            </a:r>
            <a:endParaRPr b="0" lang="fr-FR" sz="5000" spc="-1" strike="noStrike">
              <a:solidFill>
                <a:schemeClr val="dk1"/>
              </a:solidFill>
              <a:latin typeface="Arial"/>
            </a:endParaRPr>
          </a:p>
        </p:txBody>
      </p:sp>
      <p:sp>
        <p:nvSpPr>
          <p:cNvPr id="136" name="PlaceHolder 2"/>
          <p:cNvSpPr>
            <a:spLocks noGrp="1"/>
          </p:cNvSpPr>
          <p:nvPr>
            <p:ph type="subTitle"/>
          </p:nvPr>
        </p:nvSpPr>
        <p:spPr>
          <a:xfrm>
            <a:off x="714240" y="1419120"/>
            <a:ext cx="4447800" cy="1047240"/>
          </a:xfrm>
          <a:prstGeom prst="rect">
            <a:avLst/>
          </a:prstGeom>
          <a:noFill/>
          <a:ln w="0">
            <a:noFill/>
          </a:ln>
        </p:spPr>
        <p:txBody>
          <a:bodyPr lIns="91440" rIns="91440" tIns="91440" bIns="91440" anchor="t">
            <a:normAutofit/>
          </a:bodyPr>
          <a:p>
            <a:pPr indent="0">
              <a:lnSpc>
                <a:spcPct val="100000"/>
              </a:lnSpc>
              <a:buNone/>
              <a:tabLst>
                <a:tab algn="l" pos="0"/>
              </a:tabLst>
            </a:pPr>
            <a:r>
              <a:rPr b="1" lang="en" sz="1400" spc="-1" strike="noStrike">
                <a:solidFill>
                  <a:schemeClr val="dk1"/>
                </a:solidFill>
                <a:latin typeface="Roboto"/>
                <a:ea typeface="Roboto"/>
              </a:rPr>
              <a:t>Do you have any questions?</a:t>
            </a:r>
            <a:endParaRPr b="0" lang="en-US" sz="1400" spc="-1" strike="noStrike">
              <a:solidFill>
                <a:srgbClr val="000000"/>
              </a:solidFill>
              <a:latin typeface="OpenSymbol"/>
            </a:endParaRPr>
          </a:p>
        </p:txBody>
      </p:sp>
      <p:sp>
        <p:nvSpPr>
          <p:cNvPr id="137" name="Google Shape;356;p42"/>
          <p:cNvSpPr/>
          <p:nvPr/>
        </p:nvSpPr>
        <p:spPr>
          <a:xfrm>
            <a:off x="714240" y="3905280"/>
            <a:ext cx="4152600" cy="342720"/>
          </a:xfrm>
          <a:prstGeom prst="rect">
            <a:avLst/>
          </a:prstGeom>
          <a:noFill/>
          <a:ln w="0">
            <a:noFill/>
          </a:ln>
        </p:spPr>
        <p:style>
          <a:lnRef idx="0"/>
          <a:fillRef idx="0"/>
          <a:effectRef idx="0"/>
          <a:fontRef idx="minor"/>
        </p:style>
        <p:txBody>
          <a:bodyPr lIns="870823080" rIns="870823080" tIns="171360" bIns="171360" anchor="t">
            <a:normAutofit fontScale="12222"/>
          </a:bodyPr>
          <a:p>
            <a:pPr defTabSz="914400">
              <a:lnSpc>
                <a:spcPct val="100000"/>
              </a:lnSpc>
              <a:tabLst>
                <a:tab algn="l" pos="0"/>
              </a:tabLst>
            </a:pPr>
            <a:r>
              <a:rPr b="0" lang="en" sz="1000" spc="-1" strike="noStrike">
                <a:solidFill>
                  <a:schemeClr val="dk1"/>
                </a:solidFill>
                <a:latin typeface="Arial"/>
              </a:rPr>
              <a:t>+91 620 421 838</a:t>
            </a:r>
            <a:endParaRPr b="0" lang="en-US" sz="1000" spc="-1" strike="noStrike">
              <a:solidFill>
                <a:srgbClr val="000000"/>
              </a:solidFill>
              <a:latin typeface="OpenSymbol"/>
            </a:endParaRPr>
          </a:p>
        </p:txBody>
      </p:sp>
      <p:sp>
        <p:nvSpPr>
          <p:cNvPr id="138" name="Google Shape;357;p42"/>
          <p:cNvSpPr/>
          <p:nvPr/>
        </p:nvSpPr>
        <p:spPr>
          <a:xfrm>
            <a:off x="749160" y="2674080"/>
            <a:ext cx="290880" cy="291240"/>
          </a:xfrm>
          <a:custGeom>
            <a:avLst/>
            <a:gdLst>
              <a:gd name="textAreaLeft" fmla="*/ 0 w 290880"/>
              <a:gd name="textAreaRight" fmla="*/ 291240 w 290880"/>
              <a:gd name="textAreaTop" fmla="*/ 0 h 291240"/>
              <a:gd name="textAreaBottom" fmla="*/ 291600 h 291240"/>
            </a:gdLst>
            <a:ah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nvGrpSpPr>
          <p:cNvPr id="139" name="Google Shape;358;p42"/>
          <p:cNvGrpSpPr/>
          <p:nvPr/>
        </p:nvGrpSpPr>
        <p:grpSpPr>
          <a:xfrm>
            <a:off x="1183320" y="2673360"/>
            <a:ext cx="287640" cy="292320"/>
            <a:chOff x="1183320" y="2673360"/>
            <a:chExt cx="287640" cy="292320"/>
          </a:xfrm>
        </p:grpSpPr>
        <p:sp>
          <p:nvSpPr>
            <p:cNvPr id="140" name="Google Shape;359;p42"/>
            <p:cNvSpPr/>
            <p:nvPr/>
          </p:nvSpPr>
          <p:spPr>
            <a:xfrm>
              <a:off x="1183320" y="2673360"/>
              <a:ext cx="287640" cy="292320"/>
            </a:xfrm>
            <a:custGeom>
              <a:avLst/>
              <a:gdLst>
                <a:gd name="textAreaLeft" fmla="*/ 0 w 287640"/>
                <a:gd name="textAreaRight" fmla="*/ 288000 w 287640"/>
                <a:gd name="textAreaTop" fmla="*/ 0 h 292320"/>
                <a:gd name="textAreaBottom" fmla="*/ 292680 h 292320"/>
              </a:gdLst>
              <a:ah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1" name="Google Shape;360;p42"/>
            <p:cNvSpPr/>
            <p:nvPr/>
          </p:nvSpPr>
          <p:spPr>
            <a:xfrm>
              <a:off x="1236960" y="2728800"/>
              <a:ext cx="178920" cy="181800"/>
            </a:xfrm>
            <a:custGeom>
              <a:avLst/>
              <a:gdLst>
                <a:gd name="textAreaLeft" fmla="*/ 0 w 178920"/>
                <a:gd name="textAreaRight" fmla="*/ 179280 w 178920"/>
                <a:gd name="textAreaTop" fmla="*/ 0 h 181800"/>
                <a:gd name="textAreaBottom" fmla="*/ 182160 h 18180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080" bIns="91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2" name="Google Shape;361;p42"/>
            <p:cNvSpPr/>
            <p:nvPr/>
          </p:nvSpPr>
          <p:spPr>
            <a:xfrm>
              <a:off x="1278720" y="2772000"/>
              <a:ext cx="95040" cy="95040"/>
            </a:xfrm>
            <a:custGeom>
              <a:avLst/>
              <a:gdLst>
                <a:gd name="textAreaLeft" fmla="*/ 0 w 95040"/>
                <a:gd name="textAreaRight" fmla="*/ 95400 w 95040"/>
                <a:gd name="textAreaTop" fmla="*/ 0 h 95040"/>
                <a:gd name="textAreaBottom" fmla="*/ 95400 h 9504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3" name="Google Shape;362;p42"/>
            <p:cNvSpPr/>
            <p:nvPr/>
          </p:nvSpPr>
          <p:spPr>
            <a:xfrm>
              <a:off x="1362960" y="2752200"/>
              <a:ext cx="24120" cy="24480"/>
            </a:xfrm>
            <a:custGeom>
              <a:avLst/>
              <a:gdLst>
                <a:gd name="textAreaLeft" fmla="*/ 0 w 24120"/>
                <a:gd name="textAreaRight" fmla="*/ 24480 w 24120"/>
                <a:gd name="textAreaTop" fmla="*/ 0 h 24480"/>
                <a:gd name="textAreaBottom" fmla="*/ 24840 h 2448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44" name="Google Shape;363;p42"/>
          <p:cNvGrpSpPr/>
          <p:nvPr/>
        </p:nvGrpSpPr>
        <p:grpSpPr>
          <a:xfrm>
            <a:off x="1625400" y="2673360"/>
            <a:ext cx="292320" cy="292320"/>
            <a:chOff x="1625400" y="2673360"/>
            <a:chExt cx="292320" cy="292320"/>
          </a:xfrm>
        </p:grpSpPr>
        <p:sp>
          <p:nvSpPr>
            <p:cNvPr id="145" name="Google Shape;364;p42"/>
            <p:cNvSpPr/>
            <p:nvPr/>
          </p:nvSpPr>
          <p:spPr>
            <a:xfrm>
              <a:off x="1625400" y="2673360"/>
              <a:ext cx="292320" cy="292320"/>
            </a:xfrm>
            <a:custGeom>
              <a:avLst/>
              <a:gdLst>
                <a:gd name="textAreaLeft" fmla="*/ 0 w 292320"/>
                <a:gd name="textAreaRight" fmla="*/ 292680 w 292320"/>
                <a:gd name="textAreaTop" fmla="*/ 0 h 292320"/>
                <a:gd name="textAreaBottom" fmla="*/ 292680 h 292320"/>
              </a:gdLst>
              <a:ah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6" name="Google Shape;365;p42"/>
            <p:cNvSpPr/>
            <p:nvPr/>
          </p:nvSpPr>
          <p:spPr>
            <a:xfrm>
              <a:off x="1692720" y="2790720"/>
              <a:ext cx="39960" cy="101520"/>
            </a:xfrm>
            <a:custGeom>
              <a:avLst/>
              <a:gdLst>
                <a:gd name="textAreaLeft" fmla="*/ 0 w 39960"/>
                <a:gd name="textAreaRight" fmla="*/ 40320 w 39960"/>
                <a:gd name="textAreaTop" fmla="*/ 0 h 101520"/>
                <a:gd name="textAreaBottom" fmla="*/ 101880 h 10152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7" name="Google Shape;366;p42"/>
            <p:cNvSpPr/>
            <p:nvPr/>
          </p:nvSpPr>
          <p:spPr>
            <a:xfrm>
              <a:off x="1686600" y="2734920"/>
              <a:ext cx="46080" cy="46080"/>
            </a:xfrm>
            <a:custGeom>
              <a:avLst/>
              <a:gdLst>
                <a:gd name="textAreaLeft" fmla="*/ 0 w 46080"/>
                <a:gd name="textAreaRight" fmla="*/ 46440 w 46080"/>
                <a:gd name="textAreaTop" fmla="*/ 0 h 46080"/>
                <a:gd name="textAreaBottom" fmla="*/ 46440 h 4608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23040" bIns="230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8" name="Google Shape;367;p42"/>
            <p:cNvSpPr/>
            <p:nvPr/>
          </p:nvSpPr>
          <p:spPr>
            <a:xfrm>
              <a:off x="1754280" y="2790720"/>
              <a:ext cx="108000" cy="101520"/>
            </a:xfrm>
            <a:custGeom>
              <a:avLst/>
              <a:gdLst>
                <a:gd name="textAreaLeft" fmla="*/ 0 w 108000"/>
                <a:gd name="textAreaRight" fmla="*/ 108360 w 108000"/>
                <a:gd name="textAreaTop" fmla="*/ 0 h 101520"/>
                <a:gd name="textAreaBottom" fmla="*/ 101880 h 10152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49" name="Google Shape;368;p42"/>
          <p:cNvGrpSpPr/>
          <p:nvPr/>
        </p:nvGrpSpPr>
        <p:grpSpPr>
          <a:xfrm>
            <a:off x="2055240" y="2673360"/>
            <a:ext cx="292320" cy="292320"/>
            <a:chOff x="2055240" y="2673360"/>
            <a:chExt cx="292320" cy="292320"/>
          </a:xfrm>
        </p:grpSpPr>
        <p:sp>
          <p:nvSpPr>
            <p:cNvPr id="150" name="Google Shape;369;p42"/>
            <p:cNvSpPr/>
            <p:nvPr/>
          </p:nvSpPr>
          <p:spPr>
            <a:xfrm>
              <a:off x="2120760" y="2737080"/>
              <a:ext cx="161640" cy="165240"/>
            </a:xfrm>
            <a:custGeom>
              <a:avLst/>
              <a:gdLst>
                <a:gd name="textAreaLeft" fmla="*/ 0 w 161640"/>
                <a:gd name="textAreaRight" fmla="*/ 162000 w 161640"/>
                <a:gd name="textAreaTop" fmla="*/ 0 h 165240"/>
                <a:gd name="textAreaBottom" fmla="*/ 165600 h 165240"/>
              </a:gdLst>
              <a:ahLst/>
              <a:rect l="textAreaLeft" t="textAreaTop" r="textAreaRight" b="textAreaBottom"/>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1" name="Google Shape;370;p42"/>
            <p:cNvSpPr/>
            <p:nvPr/>
          </p:nvSpPr>
          <p:spPr>
            <a:xfrm>
              <a:off x="2055240" y="2673360"/>
              <a:ext cx="292320" cy="292320"/>
            </a:xfrm>
            <a:custGeom>
              <a:avLst/>
              <a:gdLst>
                <a:gd name="textAreaLeft" fmla="*/ 0 w 292320"/>
                <a:gd name="textAreaRight" fmla="*/ 292680 w 292320"/>
                <a:gd name="textAreaTop" fmla="*/ 0 h 292320"/>
                <a:gd name="textAreaBottom" fmla="*/ 292680 h 292320"/>
              </a:gdLst>
              <a:ah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52" name="Google Shape;371;p42"/>
          <p:cNvSpPr/>
          <p:nvPr/>
        </p:nvSpPr>
        <p:spPr>
          <a:xfrm>
            <a:off x="134316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r>
              <a:rPr b="0" lang="en" sz="700" spc="-1" strike="noStrike">
                <a:solidFill>
                  <a:schemeClr val="dk1"/>
                </a:solidFill>
                <a:latin typeface="Arial"/>
              </a:rPr>
              <a:t>www.yourwebsite.com</a:t>
            </a:r>
            <a:endParaRPr b="0" lang="en-US" sz="700" spc="-1" strike="noStrike">
              <a:solidFill>
                <a:srgbClr val="000000"/>
              </a:solidFill>
              <a:latin typeface="OpenSymbol"/>
            </a:endParaRPr>
          </a:p>
        </p:txBody>
      </p:sp>
      <p:sp>
        <p:nvSpPr>
          <p:cNvPr id="153" name="Google Shape;372;p42"/>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000000"/>
              </a:solidFill>
              <a:latin typeface="OpenSymbol"/>
            </a:endParaRPr>
          </a:p>
        </p:txBody>
      </p:sp>
      <p:sp>
        <p:nvSpPr>
          <p:cNvPr id="154" name="Google Shape;373;p42"/>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2025-05-06T13:40:52Z</dcterms:created>
  <dc:creator>Unknown Creator</dc:creator>
  <dc:description/>
  <dc:language>en-US</dc:language>
  <cp:lastModifiedBy>Unknown Creator</cp:lastModifiedBy>
  <dcterms:modified xsi:type="dcterms:W3CDTF">2025-05-06T13:40:52Z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